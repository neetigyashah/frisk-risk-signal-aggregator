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optimise for defensible, consistent triage under regulatory scrutiny — not raw model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Single-process app, six modules — rules produce the number, the LLM only cross-checks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Determinism and auditability are engineered in — Decimal money, seeded data, no wall-clock in predicates.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interesting engineering is the guardrails — making a non-deterministic model safe inside a deterministic, auditable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POC proves the safe pipeline end-to-end; production is swapping fixtures for live feeds and closing the analyst feedback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Problem Understanding and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Compliance analysts triage fragmented signals (KYC, transactions, sanctions/PEP, adverse media)</a:t>
            </a:r>
          </a:p>
          <a:p>
            <a:pPr>
              <a:defRPr sz="1500"/>
            </a:pPr>
            <a:r>
              <a:t>- Objective: join per-customer signals into one dossier, score them **deterministically and</a:t>
            </a:r>
          </a:p>
          <a:p>
            <a:pPr>
              <a:defRPr sz="1500"/>
            </a:pPr>
            <a:r>
              <a:t>- Design tension: a false negative (a missed sanctioned entity) is catastrophic; a false positive</a:t>
            </a:r>
          </a:p>
          <a:p>
            <a:pPr>
              <a:defRPr sz="1500"/>
            </a:pPr>
            <a:r>
              <a:t>- North star: a *never-fails* engine — rules are the source of truth, the LLM is an advisory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We optimise for defensible, consistent triage under regulatory scrutiny — not raw model accuracy.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Solution Architecture and Design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Per-customer flow: dossier → rules score/band/findings → independent LLM score/confidence/</a:t>
            </a:r>
          </a:p>
          <a:p>
            <a:pPr>
              <a:defRPr sz="1500"/>
            </a:pPr>
            <a:r>
              <a:t>- Invariant: the rules score is the auditable number; the LLM never writes the arithmetic.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latin typeface="Consolas"/>
              </a:defRPr>
            </a:pPr>
            <a:r>
              <a:t>  data/generate.py ─► dossiers.json ─┐</a:t>
            </a:r>
            <a:br/>
            <a:r>
              <a:t>  (20 seeded synthetic profiles)     │</a:t>
            </a:r>
            <a:br/>
            <a:r>
              <a:t>                                     ▼</a:t>
            </a:r>
            <a:br/>
            <a:r>
              <a:t>  config.py ──────►  ┌─────────────────────────────────────────────┐</a:t>
            </a:r>
            <a:br/>
            <a:r>
              <a:t>  (the tuning knob)  │              engine.py (orchestrator)         │</a:t>
            </a:r>
            <a:br/>
            <a:r>
              <a:t>                     │                                               │</a:t>
            </a:r>
            <a:br/>
            <a:r>
              <a:t>   rules.py  ───────►│  score_customer()   SOURCE OF TRUTH           │</a:t>
            </a:r>
            <a:br/>
            <a:r>
              <a:t>   (deterministic)   │   overrides FIRST ─► weighted 0-100 ─► band   │</a:t>
            </a:r>
            <a:br/>
            <a:r>
              <a:t>                     │          │                                    │</a:t>
            </a:r>
            <a:br/>
            <a:r>
              <a:t>   llm.py  ─────────►│  crosscheck()  advisory, schema-locked        │</a:t>
            </a:r>
            <a:br/>
            <a:r>
              <a:t>   (never-fails)     │   instructor+pydantic, temp 0, retry x3       │</a:t>
            </a:r>
            <a:br/>
            <a:r>
              <a:t>                     │   └─ try/except ─► rules-only fallback        │</a:t>
            </a:r>
            <a:br/>
            <a:r>
              <a:t>                     │          │                                    │</a:t>
            </a:r>
            <a:br/>
            <a:r>
              <a:t>                     │  reconcile(confidence) = 1-|rules-llm|/100    │</a:t>
            </a:r>
            <a:br/>
            <a:r>
              <a:t>                     │  route()  kill-switch ─► band thresholds      │</a:t>
            </a:r>
            <a:br/>
            <a:r>
              <a:t>                     └───────────────┬───────────────────────────────┘</a:t>
            </a:r>
            <a:br/>
            <a:r>
              <a:t>                        drivers (sum │ to score)      ▼</a:t>
            </a:r>
            <a:br/>
            <a:r>
              <a:t>                        for explain  │        audit.py (append-only,</a:t>
            </a:r>
            <a:br/>
            <a:r>
              <a:t>                                     ▼        sha256 fingerprint)</a:t>
            </a:r>
            <a:br/>
            <a:r>
              <a:t>                            src/app/ (Streamlit)</a:t>
            </a:r>
            <a:br/>
            <a:r>
              <a:t>                        Queue ─► Case detail ─►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Single-process app, six modules — rules produce the number, the LLM only cross-checks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Implementation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Rules as a registry of pure functions (~stdlib, no rules-engine DSL): overrides/vetoes</a:t>
            </a:r>
          </a:p>
          <a:p>
            <a:pPr>
              <a:defRPr sz="1500"/>
            </a:pPr>
            <a:r>
              <a:t>- Typology detectors are temporal, not amount-only — flagged on every customer *and* independently hunted by the LLM:</a:t>
            </a:r>
          </a:p>
          <a:p>
            <a:pPr>
              <a:defRPr sz="1500"/>
            </a:pPr>
            <a:r>
              <a:t>- LLM boundary = instructor + Pydantic v2: Field(ge=0,le=100), Literal band, field_validator</a:t>
            </a:r>
          </a:p>
          <a:p>
            <a:pPr>
              <a:defRPr sz="1500"/>
            </a:pPr>
            <a:r>
              <a:t>- Never-fails guarantee: one try/except funnels every failure (no key, network, schema-invalid)</a:t>
            </a:r>
          </a:p>
          <a:p>
            <a:pPr>
              <a:defRPr sz="1500"/>
            </a:pPr>
            <a:r>
              <a:t>- Explainability = additive drivers that sum exactly to the score (hand-rolled SHAP local-accuracy,</a:t>
            </a:r>
          </a:p>
          <a:p>
            <a:pPr>
              <a:defRPr sz="1500"/>
            </a:pPr>
            <a:r>
              <a:t>- Audit: append-only AuditRecord per decision with sha256 input fingerprint + config snapshot.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Determinism and auditability are engineered in — Decimal money, seeded data, no wall-clock in predicates.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Challenges and 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False-positive vs false-negative: we bias toward escalation — the rules-only and low-confidence</a:t>
            </a:r>
          </a:p>
          <a:p>
            <a:pPr>
              <a:defRPr sz="1500"/>
            </a:pPr>
            <a:r>
              <a:t>- LLM non-determinism → deterministic guardrails: an LLM can hallucinate a score, so it is</a:t>
            </a:r>
          </a:p>
          <a:p>
            <a:pPr>
              <a:defRPr sz="1500"/>
            </a:pPr>
            <a:r>
              <a:t>- Explainability is a hard requirement, not a nice-to-have: regulators inspect *closures* too, so</a:t>
            </a:r>
          </a:p>
          <a:p>
            <a:pPr>
              <a:defRPr sz="1500"/>
            </a:pPr>
            <a:r>
              <a:t>- Calibration is a first-class surface: all weights, floors, windows, bands, and routing</a:t>
            </a:r>
          </a:p>
          <a:p>
            <a:pPr>
              <a:defRPr sz="1500"/>
            </a:pPr>
            <a:r>
              <a:t>- Honest reflection: offline the "second opinion" is a *deterministic simulation*, clearly labelled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The interesting engineering is the guardrails — making a non-deterministic model safe inside a deterministic, auditable pipeline.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Demo Summary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End-to-end demo: generate 20 dossiers → ranked triage Queue (risk bars) → Case detail</a:t>
            </a:r>
          </a:p>
          <a:p>
            <a:pPr>
              <a:defRPr sz="1500"/>
            </a:pPr>
            <a:r>
              <a:t>- Worked contrast: CUST_018 (Iranian arms dealer, exact OFAC match + structuring) →</a:t>
            </a:r>
          </a:p>
          <a:p>
            <a:pPr>
              <a:defRPr sz="1500"/>
            </a:pPr>
            <a:r>
              <a:t>- Next steps, given more time:</a:t>
            </a:r>
          </a:p>
          <a:p>
            <a:pPr lvl="1">
              <a:defRPr sz="1300"/>
            </a:pPr>
            <a:r>
              <a:t>    - Real adverse-media / sanctions API feeds (World-Check, OFAC, Dow Jones) replacing fixtures.</a:t>
            </a:r>
          </a:p>
          <a:p>
            <a:pPr lvl="1">
              <a:defRPr sz="1300"/>
            </a:pPr>
            <a:r>
              <a:t>    - ML-tuned thresholds — calibrate weights/cutoffs against labelled outcomes instead of hand-set values.</a:t>
            </a:r>
          </a:p>
          <a:p>
            <a:pPr lvl="1">
              <a:defRPr sz="1300"/>
            </a:pPr>
            <a:r>
              <a:t>    - Case management — assignment, SLAs, disposition history, escalation workflow.</a:t>
            </a:r>
          </a:p>
          <a:p>
            <a:pPr lvl="1">
              <a:defRPr sz="1300"/>
            </a:pPr>
            <a:r>
              <a:t>    - Feedback loop — analyst decisions retrain scoring and recalibrate confidence over time.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Note: The POC proves the safe pipeline end-to-end; production is swapping fixtures for live feeds and closing the analyst feedback loop.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