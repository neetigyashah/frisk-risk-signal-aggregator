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optimise for a defensible, self-improving investigation — the model does the judging, a human closes the gap, memory makes it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Parallel specialists for speed and focus; one agentic orchestrator with tools + full context for depth; memory makes each run smarter than the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is the harness around the model — tools, memory, the confidence gate, and the trace-as-audit — not a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interesting problem is making an autonomous investigator safe and auditable without a deterministic backstop.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POC proves the agentic loop + layered memory end-to-end; production is vector memory, live feeds, and tuned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Problem Understanding and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Compliance analysts triage fragmented signals (KYC, account, transactions, external alerts) under</a:t>
            </a:r>
          </a:p>
          <a:p>
            <a:pPr>
              <a:defRPr sz="1500"/>
            </a:pPr>
            <a:r>
              <a:t>- Objective: join each customer's fragmented signals into one dossier, score and prioritise them,</a:t>
            </a:r>
          </a:p>
          <a:p>
            <a:pPr>
              <a:defRPr sz="1500"/>
            </a:pPr>
            <a:r>
              <a:t>- Design tension: a false negative is catastrophic, a false positive is expensive, and the reasoning</a:t>
            </a:r>
          </a:p>
          <a:p>
            <a:pPr>
              <a:defRPr sz="1500"/>
            </a:pPr>
            <a:r>
              <a:t>- North star: a *fully-LLM, agentic* investigator that reads the whole dossier, is **honest about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We optimise for a defensible, self-improving investigation — the model does the judging, a human closes the gap, memory makes it better.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Solution Architecture and 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Per-customer flow: retrieve memory → parallel specialists → agentic orchestrator → confidence-gate →</a:t>
            </a:r>
          </a:p>
          <a:p>
            <a:pPr>
              <a:defRPr sz="1500"/>
            </a:pPr>
            <a:r>
              <a:t>- 5-tier memory across 3 stores: working (Redis) · per-customer (relational) · episodic (case-bank) 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latin typeface="Consolas"/>
              </a:defRPr>
            </a:pPr>
            <a:r>
              <a:t>  data/customers/CUST_xxx/  (structured + unstructured)</a:t>
            </a:r>
            <a:br/>
            <a:r>
              <a:t>                 │</a:t>
            </a:r>
            <a:br/>
            <a:r>
              <a:t>                 ▼</a:t>
            </a:r>
            <a:br/>
            <a:r>
              <a:t>   memory.retrieve  ── per-customer history (relational) · similar cases (episodic)</a:t>
            </a:r>
            <a:br/>
            <a:r>
              <a:t>                 │        · semantic cheat-sheets · lessons (procedural)</a:t>
            </a:r>
            <a:br/>
            <a:r>
              <a:t>                 ▼</a:t>
            </a:r>
            <a:br/>
            <a:r>
              <a:t>   3 PARALLEL specialists  (KYC · transactions · documents)  memory-fed, one call each</a:t>
            </a:r>
            <a:br/>
            <a:r>
              <a:t>                 │  opinions</a:t>
            </a:r>
            <a:br/>
            <a:r>
              <a:t>                 ▼</a:t>
            </a:r>
            <a:br/>
            <a:r>
              <a:t>   AGENTIC ORCHESTRATOR  (serial tool-calling ReAct loop, temperature 0)</a:t>
            </a:r>
            <a:br/>
            <a:r>
              <a:t>     read_kyc · query/aggregate_transactions · find_txn_patterns (advisory)</a:t>
            </a:r>
            <a:br/>
            <a:r>
              <a:t>     · read_document · note/read_notes (Redis scratchpad) · finalize</a:t>
            </a:r>
            <a:br/>
            <a:r>
              <a:t>                 │  RiskFinding (score/band/confidence/evidence)</a:t>
            </a:r>
            <a:br/>
            <a:r>
              <a:t>                 ▼</a:t>
            </a:r>
            <a:br/>
            <a:r>
              <a:t>   route_llm  ── confidence &lt; 0.60 ─► Redis review queue ─► Human panel ─► correction</a:t>
            </a:r>
            <a:br/>
            <a:r>
              <a:t>                 │                                                  │ (human-verified episode + lessons)</a:t>
            </a:r>
            <a:br/>
            <a:r>
              <a:t>                 ▼                                                  └─────────────► memory (write-back)</a:t>
            </a:r>
            <a:br/>
            <a:r>
              <a:t>   SQLite store (history) · append-only audit (the TOOL-CALL TRACE) · FastAPI + JS 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Parallel specialists for speed and focus; one agentic orchestrator with tools + full context for depth; memory makes each run smarter than the last.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Implementation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Hybrid topology: three memory-fed specialists run in parallel (fast, focused), then a single</a:t>
            </a:r>
          </a:p>
          <a:p>
            <a:pPr>
              <a:defRPr sz="1500"/>
            </a:pPr>
            <a:r>
              <a:t>- Tools return facts, never verdicts. find_txn_patterns surfaces typology candidates with a</a:t>
            </a:r>
          </a:p>
          <a:p>
            <a:pPr>
              <a:defRPr sz="1500"/>
            </a:pPr>
            <a:r>
              <a:t>- Layered memory: a Redis scratchpad as working memory (evicted on every exit); a relational</a:t>
            </a:r>
          </a:p>
          <a:p>
            <a:pPr>
              <a:defRPr sz="1500"/>
            </a:pPr>
            <a:r>
              <a:t>- Confidence-gated HITL + teach-the-model loop: low confidence → Redis review queue → the reviewer's</a:t>
            </a:r>
          </a:p>
          <a:p>
            <a:pPr>
              <a:defRPr sz="1500"/>
            </a:pPr>
            <a:r>
              <a:t>- Auditability without arithmetic drivers: the ordered tool-call trace + evidence_refs +</a:t>
            </a:r>
          </a:p>
          <a:p>
            <a:pPr>
              <a:defRPr sz="1500"/>
            </a:pPr>
            <a:r>
              <a:t>- Reliability as loop hygiene: citation-check on evidence; a bounded loop / exception routes to a human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engineering is the harness around the model — tools, memory, the confidence gate, and the trace-as-audit — not a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Challenges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Removing the deterministic safety net: the earlier design used rules as the source of truth. Going</a:t>
            </a:r>
          </a:p>
          <a:p>
            <a:pPr>
              <a:defRPr sz="1500"/>
            </a:pPr>
            <a:r>
              <a:t>- Echo-chamber risk: if the system learns from its own outputs, mistakes compound. We draw episodic</a:t>
            </a:r>
          </a:p>
          <a:p>
            <a:pPr>
              <a:defRPr sz="1500"/>
            </a:pPr>
            <a:r>
              <a:t>- Serial vs parallel: most models emit parallel tool calls; we force serial (parallel_tool_calls=False)</a:t>
            </a:r>
          </a:p>
          <a:p>
            <a:pPr>
              <a:defRPr sz="1500"/>
            </a:pPr>
            <a:r>
              <a:t>- Reproducibility: a fully-LLM score isn't byte-identical run-to-run. We set temperature=0 and **log</a:t>
            </a:r>
          </a:p>
          <a:p>
            <a:pPr>
              <a:defRPr sz="1500"/>
            </a:pPr>
            <a:r>
              <a:t>- Scoping to the brief: sanctions and adverse-media were deliberately cut — the brief names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interesting problem is making an autonomous investigator safe and auditable without a deterministic backstop.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Demo Summary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End-to-end demo: the dashboard ranks 20 customers (gauges, confidence, pattern chips + charts); open a</a:t>
            </a:r>
          </a:p>
          <a:p>
            <a:pPr>
              <a:defRPr sz="1500"/>
            </a:pPr>
            <a:r>
              <a:t>- Worked contrast: CUST_018 (Iranian arms dealer) → the agent runs read_kyc → query_transactions →</a:t>
            </a:r>
          </a:p>
          <a:p>
            <a:pPr>
              <a:defRPr sz="1500"/>
            </a:pPr>
            <a:r>
              <a:t>- Next steps, given more time:</a:t>
            </a:r>
          </a:p>
          <a:p>
            <a:pPr lvl="1">
              <a:defRPr sz="1300"/>
            </a:pPr>
            <a:r>
              <a:t>    - Vector-embedding episodic recall (drop-in behind the case-bank's similar()), + per-customer change alerts.</a:t>
            </a:r>
          </a:p>
          <a:p>
            <a:pPr lvl="1">
              <a:defRPr sz="1300"/>
            </a:pPr>
            <a:r>
              <a:t>    - Re-add external-alert feeds (sanctions / adverse-media / World-Check) as tools the agent queries.</a:t>
            </a:r>
          </a:p>
          <a:p>
            <a:pPr lvl="1">
              <a:defRPr sz="1300"/>
            </a:pPr>
            <a:r>
              <a:t>    - Confidence calibration against labelled outcomes; richer reviewer analytics.</a:t>
            </a:r>
          </a:p>
          <a:p>
            <a:pPr lvl="1">
              <a:defRPr sz="1300"/>
            </a:pPr>
            <a:r>
              <a:t>    - Case management — assignment, SLAs, escalation workflow, and a fuller reflection cadence.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POC proves the agentic loop + layered memory end-to-end; production is vector memory, live feeds, and tuned confidence.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